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演示文稿第一页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中文文本：图片与形状预览</a:t>
            </a:r>
          </a:p>
          <a:p>
            <a:pPr>
              <a:defRPr sz="2200"/>
            </a:pPr>
            <a:r>
              <a:t>PPTX_SLIDE_1_OK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2468880" cy="1463040"/>
          </a:xfrm>
          <a:prstGeom prst="roundRect">
            <a:avLst/>
          </a:prstGeom>
          <a:solidFill>
            <a:srgbClr val="2260B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矩形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56032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演示文稿第二页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第二页中文内容</a:t>
            </a:r>
          </a:p>
          <a:p>
            <a:pPr>
              <a:defRPr sz="2200"/>
            </a:pPr>
            <a:r>
              <a:t>PPTX_SLIDE_2_OK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743200"/>
            <a:ext cx="2468880" cy="1463040"/>
          </a:xfrm>
          <a:prstGeom prst="ellipse">
            <a:avLst/>
          </a:prstGeom>
          <a:solidFill>
            <a:srgbClr val="E682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椭圆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56032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DSH 幻灯片预览测试</dc:title>
  <dc:subject/>
  <dc:creator>DSH test fixture</dc:creator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